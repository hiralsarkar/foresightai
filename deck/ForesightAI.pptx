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59E0B"/>
                </a:solidFill>
              </a:rPr>
              <a:t>Foresight AI</a:t>
            </a:r>
          </a:p>
          <a:p>
            <a:r>
              <a:rPr sz="2600">
                <a:solidFill>
                  <a:srgbClr val="F2F4F8"/>
                </a:solidFill>
              </a:rPr>
              <a:t>Live corporate risk scoring for any listed Indian company</a:t>
            </a:r>
          </a:p>
          <a:p>
            <a:r>
              <a:rPr sz="1700">
                <a:solidFill>
                  <a:srgbClr val="94A3B8"/>
                </a:solidFill>
              </a:rPr>
              <a:t>Financials and market signals, fused, explained, and validated on real bankruptcies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2F4F8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A company slides toward distress long before its yearly filing admits it.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Lenders, suppliers and investors find out too late, when the accounts land months after.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What they need: a live, comprehensive, explainable risk read they can pull any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2F4F8"/>
                </a:solidFill>
              </a:rPr>
              <a:t>Live Lookup - score any company on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Pick any NSE company. We fetch its financials and latest news off the internet, live.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Score = the classic Altman Z (financials) fused with a live news-sentiment signal.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Every point is explained: the five Altman components and the headlines we scored.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No hard-coded data - the whole pipeline runs on the spot.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2F4F8"/>
                </a:solidFill>
              </a:rPr>
              <a:t>How it works - two legs, one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Financial: the original 1968 Altman Z-Score, all five components, market value of equity.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Market signals: live news sentiment, plus leadership, hiring and employee signals for tracked names.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Combined: fused into one 0-100 risk read, the two legs side by side - the gap is the story.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2F4F8"/>
                </a:solidFill>
              </a:rPr>
              <a:t>Hindsight - it would have warned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Reliance Communications: in the distress zone in FY2016, three years before its 2019 insolvency.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Suzlon: flagged through its 2018-20 crisis, then tracked the recovery back into the safe zone.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The engine, run on history, catches real distress early - and reads turnarounds too.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2F4F8"/>
                </a:solidFill>
              </a:rPr>
              <a:t>Honest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We do not claim to beat Altman - the financial engine is Altman, a trusted, decades-old formula.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The value: making it live, automated, comprehensive, explainable, and validated.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We tested trained models: foreign bankruptcy data (Polish, Taiwanese) does not transfer to Indian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balance sheets; a model trained on scraped Indian companies matches the formula, not beats it -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which is exactly why the linear Altman score is the right anchor.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09728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2F4F8"/>
                </a:solidFill>
              </a:rPr>
              <a:t>Built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Live data pipeline: financials from Screener, news from Google News, fetched at runtime.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Engine: one Python module - Altman Z, digital signals, fusion, stress test.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Dashboard: Streamlit; plus an Indian training-data pipeline and a historical backtest.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F59E0B"/>
                </a:solidFill>
              </a:rPr>
              <a:t>-  </a:t>
            </a:r>
            <a:r>
              <a:rPr sz="1900">
                <a:solidFill>
                  <a:srgbClr val="F2F4F8"/>
                </a:solidFill>
              </a:rPr>
              <a:t>Try it live: foresightai.streamlit.app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