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number. Let it breathe. The whole pitch answers the question underneath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in one line. Left is what every credit team already has. Right is what they don't. We fuse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hero. A credit officer starts their day here. Red at top, green at bottom, every column populated with real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shapes of distress, a positive divergence (Vedanta), a negative one inside a healthy name (TCS), and a recovery (Paytm). A roster where everything agreed would prove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why we read the whole balance sheet, not one line. Right: divergence can be positive. Both are things a single ratio cannot tell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governing question. The same engine serves six buyer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 lakh crore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914400" y="3337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 bank loans written off in the last decade.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warning signs were visible months earlier?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statements tell you what already happened.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signals tell you what is starting to happen.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4709160" cy="2880360"/>
          </a:xfrm>
          <a:prstGeom prst="roundRect">
            <a:avLst>
              <a:gd name="adj" fmla="val 381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6517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Statements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383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has already happened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once a year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12280" y="2331720"/>
            <a:ext cx="4709160" cy="2880360"/>
          </a:xfrm>
          <a:prstGeom prst="roundRect">
            <a:avLst>
              <a:gd name="adj" fmla="val 381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8040" y="26517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Signals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78040" y="3383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what is starting to happen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continuously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532120" y="3474720"/>
            <a:ext cx="1143000" cy="594360"/>
          </a:xfrm>
          <a:prstGeom prst="rightArrow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AI reads both.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loan book, scored this morning.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FY2026 financials fused with live market signals. Highest risk first.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2513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936492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45402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54035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37876" y="1965960"/>
            <a:ext cx="1408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350008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2513" y="2350008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SpiceJet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6492" y="2350008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45402" y="2350008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054035" y="2350008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54312" y="2350008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83698" y="2350008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2999232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513" y="2999232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Electric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6492" y="2999232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45402" y="2999232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054035" y="2999232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54312" y="2999232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383698" y="2999232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3648456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3" y="3648456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Vodafone Idea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936492" y="3648456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45402" y="3648456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054035" y="3648456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354312" y="3648456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383698" y="3648456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Risk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" y="4297680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2513" y="4297680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Vedanta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936492" y="4297680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&amp; Mining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645402" y="4297680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054035" y="4297680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354312" y="4297680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383698" y="4297680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85800" y="4946904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2513" y="4946904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6492" y="4946904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645402" y="4946904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8054035" y="4946904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354312" y="4946904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383698" y="4946904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" y="5596128"/>
            <a:ext cx="10835640" cy="566928"/>
          </a:xfrm>
          <a:prstGeom prst="roundRect">
            <a:avLst>
              <a:gd name="adj" fmla="val 9677"/>
            </a:avLst>
          </a:prstGeom>
          <a:solidFill>
            <a:srgbClr val="15274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513" y="5596128"/>
            <a:ext cx="3033979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3936492" y="5596128"/>
            <a:ext cx="260055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45402" y="5596128"/>
            <a:ext cx="14086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8054035" y="5596128"/>
            <a:ext cx="1300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354312" y="5596128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10383698" y="5596128"/>
            <a:ext cx="119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companies. Six different stories.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discriminates — it does not just flag everything.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SpiceJet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154680" y="213055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41832" y="2624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41832" y="295351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on every axis — the auditor walked out.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19659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Electric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213055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736592" y="2624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36592" y="295351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gone, C-suite exodus, 5% of staff cut.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75320" y="19659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31352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Vodafone Idea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44200" y="213055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531352" y="2624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RISK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31352" y="295351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₹34,552cr headline profit hiding negative net worth.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4206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4434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Vedanta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54680" y="437083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41832" y="486460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1832" y="51937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on paper, but four ratings upgrades in 3 months.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80560" y="4206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36592" y="4434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49440" y="437083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736592" y="486460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51937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Pristine books — yet the workforce signal is amber.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75320" y="4206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2" y="4434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744200" y="437083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8531352" y="486460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31352" y="51937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recovery: loss to profit, hiring again.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a ratio alone misses.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2402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 PROFIT — STILL FLAGGED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25328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Vodafone Idea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315468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"+Rs 34,552 crore profit. Still Elevated Risk."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was one-off other income. Retained earnings sit at −₹1,44,101 crore — the balance sheet is destroyed. A model reading the whole statement is not fooled by a single line.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2402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ON PAPER — SIGNALS RISING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0" y="25328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Vedanta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75120" y="315468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"Grey-zone financials. Four upgrades in three months."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40233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Fitch, S&amp;P, CRISIL and ICRA all upgraded; the demerger closed; a top-100 workplace listing. Signals can lead upward. The market is telling you a levered company is being fixed.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matters as much as level.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Foresight </a:t>
            </a:r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Six buyers.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84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25786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underwriting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084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Investors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54880" y="25786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monitoring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084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 / VC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549640" y="25786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5204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776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42702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risk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35204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776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54880" y="42702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risk assessment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75320" y="35204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9640" y="3776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CFOs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49640" y="42702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Self-monitoring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question, answered every time: should you change your decision today?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AI  ·  Corporate Financial Health Intelligence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AI</dc:title>
  <dc:subject>PptxGenJS Presentation</dc:subject>
  <dc:creator>Foresight AI</dc:creator>
  <cp:lastModifiedBy>Foresight AI</cp:lastModifiedBy>
  <cp:revision>1</cp:revision>
  <dcterms:created xsi:type="dcterms:W3CDTF">2026-07-22T06:54:18Z</dcterms:created>
  <dcterms:modified xsi:type="dcterms:W3CDTF">2026-07-22T06:54:18Z</dcterms:modified>
</cp:coreProperties>
</file>